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Launchpad 2026  ·  Sun Entrepreneurship Club, Sandip University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4" name="Image 0" descr="/mnt/user-data/uploads/179057717897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2296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LAUNCHPAD 2026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[Venture / Idea Name]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B2B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[Tagline: one sentence that explains your idea]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Name(s):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&amp; Branch: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[PRN] · [Branch, Year]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[your@email.com]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[+91 XXXXX XXXXX]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57717897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28600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Launchpad 2026  ·  Sun Entrepreneurship Club, Sandip University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THE PROBLEM STATEMENT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57600" cy="3063240"/>
          </a:xfrm>
          <a:prstGeom prst="roundRect">
            <a:avLst>
              <a:gd name="adj" fmla="val 2985"/>
            </a:avLst>
          </a:prstGeom>
          <a:solidFill>
            <a:srgbClr val="EFEBD3"/>
          </a:solidFill>
          <a:ln w="12700">
            <a:solidFill>
              <a:srgbClr val="EFEB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6596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pain point or inefficiency are you solving?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faces this problem daily? How severe is the pain?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people coping with or working around it today?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46304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B8901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4709160" y="16459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problem in 3–4 short points.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one real example or number to make the pain feel real.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57717897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28600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Launchpad 2026  ·  Sun Entrepreneurship Club, Sandip University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YOUR PROPOSED SOLUTION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57600" cy="3063240"/>
          </a:xfrm>
          <a:prstGeom prst="roundRect">
            <a:avLst>
              <a:gd name="adj" fmla="val 2985"/>
            </a:avLst>
          </a:prstGeom>
          <a:solidFill>
            <a:srgbClr val="EFEBD3"/>
          </a:solidFill>
          <a:ln w="12700">
            <a:solidFill>
              <a:srgbClr val="EFEB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6596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solution in simple, non-jargon terms.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solve the problem directly?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10x better than existing alternatives?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46304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B8901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4709160" y="16459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solution in 3–4 short points.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add a screenshot, sketch, or product photo if you have one.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57717897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28600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Launchpad 2026  ·  Sun Entrepreneurship Club, Sandip University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TARGET MARKET &amp; USERS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Market &amp; Users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57600" cy="3063240"/>
          </a:xfrm>
          <a:prstGeom prst="roundRect">
            <a:avLst>
              <a:gd name="adj" fmla="val 2985"/>
            </a:avLst>
          </a:prstGeom>
          <a:solidFill>
            <a:srgbClr val="EFEBD3"/>
          </a:solidFill>
          <a:ln w="12700">
            <a:solidFill>
              <a:srgbClr val="EFEB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6596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your primary user / customer persona?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market size (Campus, Nashik, Regional, National).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validation: did you talk to potential users? What did they say?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46304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B8901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4709160" y="16459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ideal user and market size.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include survey numbers or a real user quote.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57717897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28600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Launchpad 2026  ·  Sun Entrepreneurship Club, Sandip University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BUSINESS DIRECTION &amp; REVENUE MODEL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&amp; Revenue Model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57600" cy="3063240"/>
          </a:xfrm>
          <a:prstGeom prst="roundRect">
            <a:avLst>
              <a:gd name="adj" fmla="val 2985"/>
            </a:avLst>
          </a:prstGeom>
          <a:solidFill>
            <a:srgbClr val="EFEBD3"/>
          </a:solidFill>
          <a:ln w="12700">
            <a:solidFill>
              <a:srgbClr val="EFEB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6596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this venture sustain itself or generate revenue?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pays, and how much?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or key cost drivers (briefly).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46304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B8901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4709160" y="16459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who pays, how much, and why.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 simple table of price vs. cost per customer works well.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57717897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28600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Launchpad 2026  ·  Sun Entrepreneurship Club, Sandip University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CURRENT PROGRESS &amp; ROADMAP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&amp; Roadmap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57600" cy="3063240"/>
          </a:xfrm>
          <a:prstGeom prst="roundRect">
            <a:avLst>
              <a:gd name="adj" fmla="val 2985"/>
            </a:avLst>
          </a:prstGeom>
          <a:solidFill>
            <a:srgbClr val="EFEBD3"/>
          </a:solidFill>
          <a:ln w="12700">
            <a:solidFill>
              <a:srgbClr val="EFEB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6596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you built or validated (Idea, Survey, Prototype, MVP)?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3–6 month milestones.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or resources do you need from Sun Launchpad / Incubation?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46304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B8901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4709160" y="16459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where you are today and your next milestones.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list 3 milestones with target months, then your ask.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 Launchpad 2026 - Pitch Deck Template</dc:title>
  <dc:subject>PptxGenJS Presentation</dc:subject>
  <dc:creator>PptxGenJS</dc:creator>
  <cp:lastModifiedBy>PptxGenJS</cp:lastModifiedBy>
  <cp:revision>1</cp:revision>
  <dcterms:created xsi:type="dcterms:W3CDTF">2026-09-28T06:33:59Z</dcterms:created>
  <dcterms:modified xsi:type="dcterms:W3CDTF">2026-09-28T06:33:59Z</dcterms:modified>
</cp:coreProperties>
</file>