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82" y="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esh Patil" userId="033194f649a31323" providerId="LiveId" clId="{1F564FCE-E47D-4522-A942-E69B9A44617E}"/>
    <pc:docChg chg="custSel modSld">
      <pc:chgData name="Jayesh Patil" userId="033194f649a31323" providerId="LiveId" clId="{1F564FCE-E47D-4522-A942-E69B9A44617E}" dt="2026-09-29T14:19:06.755" v="41" actId="14100"/>
      <pc:docMkLst>
        <pc:docMk/>
      </pc:docMkLst>
      <pc:sldChg chg="addSp delSp modSp mod">
        <pc:chgData name="Jayesh Patil" userId="033194f649a31323" providerId="LiveId" clId="{1F564FCE-E47D-4522-A942-E69B9A44617E}" dt="2026-09-29T14:19:06.755" v="41" actId="14100"/>
        <pc:sldMkLst>
          <pc:docMk/>
          <pc:sldMk cId="0" sldId="256"/>
        </pc:sldMkLst>
        <pc:picChg chg="del mod">
          <ac:chgData name="Jayesh Patil" userId="033194f649a31323" providerId="LiveId" clId="{1F564FCE-E47D-4522-A942-E69B9A44617E}" dt="2026-09-29T14:17:29.010" v="19" actId="478"/>
          <ac:picMkLst>
            <pc:docMk/>
            <pc:sldMk cId="0" sldId="256"/>
            <ac:picMk id="9" creationId="{00000000-0000-0000-0000-000000000000}"/>
          </ac:picMkLst>
        </pc:picChg>
        <pc:picChg chg="mod">
          <ac:chgData name="Jayesh Patil" userId="033194f649a31323" providerId="LiveId" clId="{1F564FCE-E47D-4522-A942-E69B9A44617E}" dt="2026-09-29T14:19:00.607" v="40" actId="14100"/>
          <ac:picMkLst>
            <pc:docMk/>
            <pc:sldMk cId="0" sldId="256"/>
            <ac:picMk id="10" creationId="{00000000-0000-0000-0000-000000000000}"/>
          </ac:picMkLst>
        </pc:picChg>
        <pc:picChg chg="add mod modCrop">
          <ac:chgData name="Jayesh Patil" userId="033194f649a31323" providerId="LiveId" clId="{1F564FCE-E47D-4522-A942-E69B9A44617E}" dt="2026-09-29T14:19:06.755" v="41" actId="14100"/>
          <ac:picMkLst>
            <pc:docMk/>
            <pc:sldMk cId="0" sldId="256"/>
            <ac:picMk id="12" creationId="{9A4E9B5A-C0E6-B827-FD7D-BB67FB6D122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086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Launchpad 2026  ·  Sun Entrepreneurship Club, Sandip University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pic>
        <p:nvPicPr>
          <p:cNvPr id="4" name="Image 0" descr="/mnt/user-data/uploads/179057717897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696" y="1145120"/>
            <a:ext cx="3017520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89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LAUNCHPAD 2026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058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0F3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[Venture / Idea Name]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2B2B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[Tagline: one sentence that explains your idea]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9718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Name(s): </a:t>
            </a:r>
            <a:r>
              <a:rPr lang="en-US" sz="14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 name]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PRN &amp; Branch: </a:t>
            </a:r>
            <a:r>
              <a:rPr lang="en-US" sz="14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[PRN] · [Branch, Year]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Email: </a:t>
            </a:r>
            <a:r>
              <a:rPr lang="en-US" sz="14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[your@email.com]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WhatsApp: </a:t>
            </a:r>
            <a:r>
              <a:rPr lang="en-US" sz="14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[+91 XXXXX XXXXX]</a:t>
            </a:r>
            <a:endParaRPr lang="en-US" sz="1400" dirty="0"/>
          </a:p>
        </p:txBody>
      </p:sp>
      <p:pic>
        <p:nvPicPr>
          <p:cNvPr id="10" name="Picture 9" descr="1790688968804_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3997" y="54864"/>
            <a:ext cx="2199962" cy="4980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E9B5A-C0E6-B827-FD7D-BB67FB6D122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491" b="13491"/>
          <a:stretch>
            <a:fillRect/>
          </a:stretch>
        </p:blipFill>
        <p:spPr>
          <a:xfrm>
            <a:off x="4242887" y="60795"/>
            <a:ext cx="2192747" cy="4980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uploads/179057717897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28600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Launchpad 2026  ·  Sun Entrepreneurship Club, Sandip University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8229600" y="4754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9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 ·  THE PROBLEM STATEMENT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57600" cy="3063240"/>
          </a:xfrm>
          <a:prstGeom prst="roundRect">
            <a:avLst>
              <a:gd name="adj" fmla="val 2985"/>
            </a:avLst>
          </a:prstGeom>
          <a:solidFill>
            <a:srgbClr val="EFEBD3"/>
          </a:solidFill>
          <a:ln w="12700">
            <a:solidFill>
              <a:srgbClr val="EFEB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questions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6596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specific pain point or inefficiency are you solving?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faces this problem daily? How severe is the pain?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are people coping with or working around it today?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0560" y="1463040"/>
            <a:ext cx="411480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B8901F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709160" y="1645920"/>
            <a:ext cx="3657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problem in 3–4 short points.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use one real example or number to make the pain feel real.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uploads/179057717897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28600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Launchpad 2026  ·  Sun Entrepreneurship Club, Sandip University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8229600" y="4754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9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 ·  YOUR PROPOSED SOLUTION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Solution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57600" cy="3063240"/>
          </a:xfrm>
          <a:prstGeom prst="roundRect">
            <a:avLst>
              <a:gd name="adj" fmla="val 2985"/>
            </a:avLst>
          </a:prstGeom>
          <a:solidFill>
            <a:srgbClr val="EFEBD3"/>
          </a:solidFill>
          <a:ln w="12700">
            <a:solidFill>
              <a:srgbClr val="EFEB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questions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6596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solution in simple, non-jargon terms.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solve the problem directly?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10x better than existing alternatives?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0560" y="1463040"/>
            <a:ext cx="411480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B8901F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709160" y="1645920"/>
            <a:ext cx="3657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your solution in 3–4 short points.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add a screenshot, sketch, or product photo if you have one.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uploads/179057717897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28600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Launchpad 2026  ·  Sun Entrepreneurship Club, Sandip University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8229600" y="4754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9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 ·  TARGET MARKET &amp; USERS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Market &amp; Users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57600" cy="3063240"/>
          </a:xfrm>
          <a:prstGeom prst="roundRect">
            <a:avLst>
              <a:gd name="adj" fmla="val 2985"/>
            </a:avLst>
          </a:prstGeom>
          <a:solidFill>
            <a:srgbClr val="EFEBD3"/>
          </a:solidFill>
          <a:ln w="12700">
            <a:solidFill>
              <a:srgbClr val="EFEB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questions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6596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your primary user / customer persona?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market size (Campus, Nashik, Regional, National).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validation: did you talk to potential users? What did they say?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0560" y="1463040"/>
            <a:ext cx="411480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B8901F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709160" y="1645920"/>
            <a:ext cx="3657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ideal user and market size.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include survey numbers or a real user quote.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uploads/179057717897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28600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Launchpad 2026  ·  Sun Entrepreneurship Club, Sandip University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8229600" y="4754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9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 ·  BUSINESS DIRECTION &amp; REVENUE MODEL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&amp; Revenue Model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57600" cy="3063240"/>
          </a:xfrm>
          <a:prstGeom prst="roundRect">
            <a:avLst>
              <a:gd name="adj" fmla="val 2985"/>
            </a:avLst>
          </a:prstGeom>
          <a:solidFill>
            <a:srgbClr val="EFEBD3"/>
          </a:solidFill>
          <a:ln w="12700">
            <a:solidFill>
              <a:srgbClr val="EFEB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questions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6596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will this venture sustain itself or generate revenue?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pays, and how much?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or key cost drivers (briefly).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0560" y="1463040"/>
            <a:ext cx="411480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B8901F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709160" y="1645920"/>
            <a:ext cx="3657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who pays, how much, and why.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a simple table of price vs. cost per customer works well.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7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uploads/1790577178971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28600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Launchpad 2026  ·  Sun Entrepreneurship Club, Sandip University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8229600" y="47548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9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 ·  CURRENT PROGRESS &amp; ROADMAP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3D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&amp; Roadmap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57600" cy="3063240"/>
          </a:xfrm>
          <a:prstGeom prst="roundRect">
            <a:avLst>
              <a:gd name="adj" fmla="val 2985"/>
            </a:avLst>
          </a:prstGeom>
          <a:solidFill>
            <a:srgbClr val="EFEBD3"/>
          </a:solidFill>
          <a:ln w="12700">
            <a:solidFill>
              <a:srgbClr val="EFEB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Guiding questions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6596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have you built or validated (Idea, Survey, Prototype, MVP)?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3–6 month milestones.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support or resources do you need from Sun Launchpad / Incubation?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480560" y="1463040"/>
            <a:ext cx="4114800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B8901F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4709160" y="1645920"/>
            <a:ext cx="36576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where you are today and your next milestones.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8A8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list 3 milestones with target months, then your ask.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F0F0F0"/>
      </a:dk1>
      <a:lt1>
        <a:sysClr val="window" lastClr="000000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F0F0F0"/>
      </a:dk1>
      <a:lt1>
        <a:sysClr val="window" lastClr="000000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456</Words>
  <Application>Microsoft Office PowerPoint</Application>
  <PresentationFormat>On-screen Show (16:9)</PresentationFormat>
  <Paragraphs>70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 Launchpad 2026 - Pitch Deck Template</dc:title>
  <dc:subject>PptxGenJS Presentation</dc:subject>
  <dc:creator>PptxGenJS</dc:creator>
  <cp:lastModifiedBy>Jayesh Patil</cp:lastModifiedBy>
  <cp:revision>2</cp:revision>
  <dcterms:created xsi:type="dcterms:W3CDTF">2026-09-28T06:33:59Z</dcterms:created>
  <dcterms:modified xsi:type="dcterms:W3CDTF">2026-09-29T14:20:58Z</dcterms:modified>
</cp:coreProperties>
</file>